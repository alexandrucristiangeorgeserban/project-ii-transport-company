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2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97F1F0A-6B63-464F-B771-41A0AA95C26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CD852D0-1AED-445C-8A3F-E86FE0BFA60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BA0E184-B7B5-4AAD-90BD-83CD0BAC42B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74160"/>
            <a:ext cx="9071640" cy="1250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Transport Company Management System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Functionalities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Authentification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REQ-01: The app must have a text box for the username.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879"/>
              </a:spcBef>
              <a:spcAft>
                <a:spcPts val="879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REQ-02: The app must have a text box for the password.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879"/>
              </a:spcBef>
              <a:spcAft>
                <a:spcPts val="879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REQ-03: The app must have a login button.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879"/>
              </a:spcBef>
              <a:spcAft>
                <a:spcPts val="879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REQ-04: The login function must take exactly 2 parameters.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879"/>
              </a:spcBef>
              <a:spcAft>
                <a:spcPts val="879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REQ-05: The system must check the database to see if the user exists.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879"/>
              </a:spcBef>
              <a:spcAft>
                <a:spcPts val="879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REQ-06: The system must block the user after 3 bad passwords.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879"/>
              </a:spcBef>
              <a:spcAft>
                <a:spcPts val="879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REQ-07: The system must show the right screen depending on the user type.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879"/>
              </a:spcBef>
              <a:spcAft>
                <a:spcPts val="879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REQ-08: The app must have a log out button.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Fleet Management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REQ-09: Admins must choose the vehicle type only from: Truck, Van, Lorrie, Ship, Airplane, or Train.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REQ-10: The system must save the name or ID of the vehicle.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REQ-11: The system must save the maximum cargo capacity (in kg or volume) the vehicle has.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REQ-12: The system must show if the vehicle is free, has fuel or it's busy.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REQ-13: The system must show if the vehicle is broken and needs repairs.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REQ-14: The system must show the assigned driver or pilot for each vehicle.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REQ-15: The app must save all the vehicles in a local file.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Driver Management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REQ-16: Administrators will be able to add drivers.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REQ-17: Administrators will be able to modify drivers.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REQ-18: Administrators will be able to activate drivers.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REQ-19: Administrators will be able to deactivate drivers.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REQ-20: Each driver will have a profile containing personal data.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REQ-21: Each driver will have a profile containing licenses.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REQ-22: Each driver will have a profile containing experience.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REQ-23: Each driver will have a profile containing availability.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Client Portal &amp; Requests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REQ-24: Customers will be able to create an account.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marL="457200" indent="-22860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REQ-24.1: The system shall require the customer to input their Date of Birth during account creation.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marL="457200" indent="-22860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REQ-24.2: The system shall prevent users under the age of 13 from creating an account and submitting transport requests.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REQ-25: Customers will be able to submit transport requests specifying cargo details.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REQ-26: Customers will be able to submit transport requests specifying weight.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REQ-27: Customers will be able to submit transport requests specifying volume.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REQ-28: Customers will be able to submit transport requests specifying pickup locations.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REQ-29: Customers will be able to submit transport requests specifying delivery locations.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REQ-30: Customers will be able to submit transport requests specifying preferred dates.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REQ-31: The system will allow clients to view the status of their submitted requests.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Logistics Notification &amp; Storage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REQ-32: The system will store all incoming requests.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REQ-33: The system will notify company staff for processing.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REQ-34: The driver list will be saved in a file in a predetermined format.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REQ-35: A database server will be configured for storing and managing all information.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REQ-36: The system shall provide a real-time alert (UI badge) to logistics staff when a new request arrives.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REQ-37: The system shall log the timestamp of request creation.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REQ-38: The system shall assign a unique ID to every incoming transport request.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REQ-39: The system shall encrypt stored passwords in the database.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Allocation Module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7500" lnSpcReduction="19999"/>
          </a:bodyPr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REQ-40: Company staff will be able to allocate a vehicle to each request.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REQ-41: Company staff will be able to allocate a driver to each request.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REQ-42: The allocation must be based on availability constraints.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REQ-43: The allocation must be based on capacity constraints.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REQ-44: The allocation must be based on route constraints.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REQ-45: The allocation must be based on scheduling constraints.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REQ-46: The system shall prevent staff from assigning a vehicle that lacks sufficient capacity.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REQ-47: The system shall visually distinguish between available and unavailable resources.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Price Offer Generation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REQ-48: The system will automatically generate a price offer for each request.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REQ-49: The price offer will be based on distance.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REQ-50: The price offer will be based on cargo characteristics.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REQ-51: The price offer will be based on resource usage.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REQ-52: The system shall allow staff to override the automatically generated price before sending.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REQ-53: The system shall attach a validity period to the generated price offer.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REQ-54: The system shall store the history of generated price offers.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REQ-55: The system shall ensure the price offer is communicated to the customer.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Customer Offer Workflow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7500" lnSpcReduction="19999"/>
          </a:bodyPr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REQ-56: Customers will receive the price offer.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REQ-57: Customers will be able to accept it through the system.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REQ-58: Customers will be able to reject it through the system.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REQ-59: The system shall update the status of the request to "Accepted" if the customer accepts.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REQ-60: The system shall update the status of the request to "Rejected" if the customer rejects.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REQ-61: The system shall notify logistics staff of the customer's decision.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REQ-62: The system shall prevent customers from modifying a request after an offer is generated.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REQ-63: The system shall cancel offers automatically if not accepted within the validity period.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Job Scheduling &amp; Tracking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7500" lnSpcReduction="19999"/>
          </a:bodyPr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REQ-64: Once accepted, the system will schedule the transport job.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REQ-65: The system will track the transport job.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REQ-66: The system will update the availability of the assigned vehicle.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REQ-67: The system will update the availability of the assigned driver.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REQ-68: The system shall allow staff to update the job status (e.g., In Transit, Delivered).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REQ-69: The system shall mark the vehicle as available again once the job is marked "Delivered".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REQ-70: The system shall mark the driver as available again once the job is marked "Delivered".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REQ-71: The system shall log the completion timestamp of the job.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Auditing, Search, and Visualization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47500" lnSpcReduction="19999"/>
          </a:bodyPr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REQ-72: The system will allow searching for vehicles, drivers, or transport requests by name, type, status, or date.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879"/>
              </a:spcBef>
              <a:spcAft>
                <a:spcPts val="879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REQ-73: The system shall record the username of the last staff member who modified a transport request, fulfilling the "fingerprint" requirement.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879"/>
              </a:spcBef>
              <a:spcAft>
                <a:spcPts val="879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REQ-74: The system shall record the exact timestamp when the transport request was last modified.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879"/>
              </a:spcBef>
              <a:spcAft>
                <a:spcPts val="879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REQ-75: The system shall record the username of the last staff member who modified a resource assignment (vehicle/driver).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879"/>
              </a:spcBef>
              <a:spcAft>
                <a:spcPts val="879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REQ-76: The system shall assign a specific graphic representation (e.g., a specific icon or image) to each vehicle type.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879"/>
              </a:spcBef>
              <a:spcAft>
                <a:spcPts val="879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REQ-77: The system shall visually link vehicles, drivers, and active jobs using a node-based graph or oriented lines in the UI.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879"/>
              </a:spcBef>
              <a:spcAft>
                <a:spcPts val="879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REQ-78: The system shall display annotations on the oriented lines to describe the exact relationship (e.g., "Assigned to", "Driving").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879"/>
              </a:spcBef>
              <a:spcAft>
                <a:spcPts val="879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REQ-79: The information system will allow graphical visualization of the entire fleet using a color-coded dashboard.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879"/>
              </a:spcBef>
              <a:spcAft>
                <a:spcPts val="879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REQ-80: The information system will allow graphical visualization of the map and the driver availability through a timeline or calendar interface.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879"/>
              </a:spcBef>
              <a:spcAft>
                <a:spcPts val="879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REQ-81: The information system will allow graphical visualization of active transport requests using an interactive grid or map module.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879"/>
              </a:spcBef>
              <a:spcAft>
                <a:spcPts val="879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REQ-82: Both the client and the server applications shall provide a simple and intuitive graphical interface for users.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Reporting Module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REQ-83: The system will allow administrators and company staff to generate reports regarding fleet usage.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879"/>
              </a:spcBef>
              <a:spcAft>
                <a:spcPts val="879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REQ-84: The system will allow administrators and company staff to generate reports regarding driver activity.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879"/>
              </a:spcBef>
              <a:spcAft>
                <a:spcPts val="879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REQ-85: The system will allow administrators and company staff to generate reports regarding completed transport jobs.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indent="0" algn="l">
              <a:spcBef>
                <a:spcPts val="879"/>
              </a:spcBef>
              <a:spcAft>
                <a:spcPts val="879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REQ-86: The system shall allow users to export the generated reports to a standard local file format (e.g., CSV or TXT).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Additional Features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w times roman"/>
              </a:rPr>
              <a:t>Nothing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</TotalTime>
  <Application>LibreOffice/26.2.2.2$Linux_X86_64 LibreOffice_project/b8d3d8168498fa6cc231901342a3b8d72dd2bb7e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2026-04-17T23:54:21Z</dcterms:created>
  <dc:creator/>
  <dc:description/>
  <dc:language>en-US</dc:language>
  <cp:lastModifiedBy/>
  <dcterms:modified xsi:type="dcterms:W3CDTF">2026-04-18T00:04:00Z</dcterms:modified>
  <cp:revision>16</cp:revision>
  <dc:subject/>
  <dc:title/>
</cp:coreProperties>
</file>